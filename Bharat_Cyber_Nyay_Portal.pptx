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7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36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14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35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7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82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6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64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7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8052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36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5460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15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43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4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6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336" y="530352"/>
            <a:ext cx="6986279" cy="1006658"/>
          </a:xfrm>
        </p:spPr>
        <p:txBody>
          <a:bodyPr/>
          <a:lstStyle/>
          <a:p>
            <a:pPr algn="ctr"/>
            <a:r>
              <a:rPr b="1" u="sng" dirty="0"/>
              <a:t>Bharat Cyber Nyay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Cyber Crime Reporting &amp; Case Tracking System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Academic Year: 20</a:t>
            </a:r>
            <a:r>
              <a:rPr lang="en-US" sz="2400" dirty="0"/>
              <a:t>23</a:t>
            </a:r>
            <a:r>
              <a:rPr sz="2400" dirty="0"/>
              <a:t>–2026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u="sng" dirty="0"/>
              <a:t>Team Members &amp; </a:t>
            </a:r>
            <a:r>
              <a:rPr lang="en-US" b="1" u="sng" dirty="0"/>
              <a:t>Roles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2048256"/>
            <a:ext cx="8141209" cy="38629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Arka Dey (NSU2303048)</a:t>
            </a:r>
            <a:r>
              <a:rPr sz="2400" b="1" dirty="0"/>
              <a:t> </a:t>
            </a:r>
            <a:r>
              <a:rPr lang="en-IN" sz="2400" b="1" dirty="0"/>
              <a:t>–</a:t>
            </a:r>
            <a:r>
              <a:rPr sz="2400" b="1" dirty="0"/>
              <a:t> </a:t>
            </a:r>
            <a:r>
              <a:rPr lang="en-US" sz="2400" dirty="0"/>
              <a:t>Frontend &amp; Backend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Arijeet </a:t>
            </a:r>
            <a:r>
              <a:rPr lang="en-US" sz="2400" b="1" dirty="0" err="1"/>
              <a:t>Kuiry</a:t>
            </a:r>
            <a:r>
              <a:rPr lang="en-US" sz="2400" b="1" dirty="0"/>
              <a:t> (NSU2303047) – </a:t>
            </a:r>
            <a:r>
              <a:rPr lang="en-US" sz="2400" dirty="0"/>
              <a:t>Dashboard Developer</a:t>
            </a: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KEVAL SINGH (NSU2303104)</a:t>
            </a:r>
            <a:r>
              <a:rPr sz="2400" b="1" dirty="0"/>
              <a:t> </a:t>
            </a:r>
            <a:r>
              <a:rPr lang="en-IN" sz="2400" b="1" dirty="0"/>
              <a:t>–</a:t>
            </a:r>
            <a:r>
              <a:rPr sz="2400" b="1" dirty="0"/>
              <a:t> </a:t>
            </a:r>
            <a:r>
              <a:rPr lang="en-IN" sz="2400" dirty="0"/>
              <a:t>Database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118" y="378783"/>
            <a:ext cx="6589199" cy="1280890"/>
          </a:xfrm>
        </p:spPr>
        <p:txBody>
          <a:bodyPr/>
          <a:lstStyle/>
          <a:p>
            <a:pPr algn="ctr"/>
            <a:r>
              <a:rPr b="1"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332" y="1905000"/>
            <a:ext cx="6591985" cy="37776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Lack of transparency in cyber crime case tracking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Poor evidence management system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No proper investigator collaboration tools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No anonymous reporting option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Limited analytics for authorities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356481"/>
            <a:ext cx="6589199" cy="1280890"/>
          </a:xfrm>
        </p:spPr>
        <p:txBody>
          <a:bodyPr/>
          <a:lstStyle/>
          <a:p>
            <a:pPr algn="ctr"/>
            <a:r>
              <a:rPr b="1" u="sng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Provide online cyber crime reporting system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Enable secure evidence upload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Implement role-based access control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Provide real-time case tracking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Support anonymous reporting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Offer analytics dashboard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876" y="127881"/>
            <a:ext cx="6589199" cy="1280890"/>
          </a:xfrm>
        </p:spPr>
        <p:txBody>
          <a:bodyPr/>
          <a:lstStyle/>
          <a:p>
            <a:pPr algn="ctr"/>
            <a:r>
              <a:rPr b="1" u="sng" dirty="0"/>
              <a:t>Project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190" y="1252653"/>
            <a:ext cx="7368853" cy="54492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Domain</a:t>
            </a:r>
            <a:r>
              <a:rPr lang="en-US" sz="2400" dirty="0"/>
              <a:t>:</a:t>
            </a:r>
            <a:r>
              <a:rPr sz="2400" dirty="0"/>
              <a:t> Cyber Security</a:t>
            </a:r>
            <a:r>
              <a:rPr lang="en-US" sz="2400" dirty="0"/>
              <a:t>,</a:t>
            </a:r>
            <a:r>
              <a:rPr sz="2400" dirty="0"/>
              <a:t> Web Development Cloud Computing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>
                <a:latin typeface="Berlin Sans FB" panose="020E0602020502020306" pitchFamily="34" charset="0"/>
              </a:rPr>
              <a:t>    </a:t>
            </a:r>
            <a:r>
              <a:rPr lang="en-IN" sz="2400" b="1" dirty="0">
                <a:latin typeface="+mj-lt"/>
              </a:rPr>
              <a:t>Why this Domain?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Today cyber crimes (UPI fraud, phishing, hacking) are increasing very fast in India</a:t>
            </a:r>
            <a:br>
              <a:rPr lang="en-US" sz="2400" dirty="0"/>
            </a:br>
            <a:r>
              <a:rPr lang="en-US" sz="2400" dirty="0"/>
              <a:t> Existing systems don’t provide: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Proper </a:t>
            </a:r>
            <a:r>
              <a:rPr lang="en-US" sz="2400" b="1" dirty="0"/>
              <a:t>case tracking.</a:t>
            </a:r>
            <a:r>
              <a:rPr lang="en-US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Secure </a:t>
            </a:r>
            <a:r>
              <a:rPr lang="en-US" sz="2400" b="1" dirty="0"/>
              <a:t>evidence handling.</a:t>
            </a:r>
            <a:r>
              <a:rPr lang="en-US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Easy </a:t>
            </a:r>
            <a:r>
              <a:rPr lang="en-US" sz="2400" b="1" dirty="0"/>
              <a:t>online reporting.</a:t>
            </a:r>
            <a:r>
              <a:rPr lang="en-US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So our project solves a </a:t>
            </a:r>
            <a:r>
              <a:rPr lang="en-US" sz="2400" b="1" dirty="0"/>
              <a:t>real-world problem</a:t>
            </a:r>
            <a:r>
              <a:rPr lang="en-US" sz="2400" dirty="0"/>
              <a:t>, which is very important for academic projects.</a:t>
            </a:r>
          </a:p>
          <a:p>
            <a:pPr>
              <a:buFont typeface="Wingdings" panose="05000000000000000000" pitchFamily="2" charset="2"/>
              <a:buChar char="Ø"/>
            </a:pPr>
            <a:endParaRPr sz="24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u="sng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b="1" dirty="0"/>
              <a:t>Frontend</a:t>
            </a:r>
            <a:r>
              <a:rPr sz="2400" dirty="0"/>
              <a:t>: Next.js, React, Tailwind CSS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b="1" dirty="0"/>
              <a:t>Backend</a:t>
            </a:r>
            <a:r>
              <a:rPr sz="2400" dirty="0"/>
              <a:t>: Node.js, Express.js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b="1" dirty="0"/>
              <a:t>Database</a:t>
            </a:r>
            <a:r>
              <a:rPr sz="2400" dirty="0"/>
              <a:t>: PostgreSQL (Supabase)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b="1" dirty="0"/>
              <a:t>Auth</a:t>
            </a:r>
            <a:r>
              <a:rPr sz="2400" dirty="0"/>
              <a:t>: JWT, bcrypt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b="1" dirty="0"/>
              <a:t>Deployment</a:t>
            </a:r>
            <a:r>
              <a:rPr sz="2400" dirty="0"/>
              <a:t>: </a:t>
            </a:r>
            <a:r>
              <a:rPr lang="en-US" sz="2400" dirty="0"/>
              <a:t>AWS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u="sng" dirty="0"/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Easy cyber crime reporting system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Transparent case tracking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Secure evidence handling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Improved law enforcement efficiency</a:t>
            </a:r>
            <a:r>
              <a:rPr lang="en-US" sz="2400" dirty="0"/>
              <a:t>.</a:t>
            </a:r>
            <a:endParaRPr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 Data-driven decision making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69</TotalTime>
  <Words>253</Words>
  <Application>Microsoft Office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Berlin Sans FB</vt:lpstr>
      <vt:lpstr>Century Gothic</vt:lpstr>
      <vt:lpstr>Wingdings</vt:lpstr>
      <vt:lpstr>Wingdings 3</vt:lpstr>
      <vt:lpstr>Wisp</vt:lpstr>
      <vt:lpstr>Bharat Cyber Nyay Portal</vt:lpstr>
      <vt:lpstr>Team Members &amp; Roles</vt:lpstr>
      <vt:lpstr>Problem Statement</vt:lpstr>
      <vt:lpstr>Project Objectives</vt:lpstr>
      <vt:lpstr>Project Domain</vt:lpstr>
      <vt:lpstr>Technology Stack</vt:lpstr>
      <vt:lpstr>Expected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 Cyber Nyay Portal</dc:title>
  <dc:subject/>
  <dc:creator>dell</dc:creator>
  <cp:keywords/>
  <dc:description>generated using python-pptx</dc:description>
  <cp:lastModifiedBy>Arka Dey</cp:lastModifiedBy>
  <cp:revision>12</cp:revision>
  <dcterms:created xsi:type="dcterms:W3CDTF">2013-01-27T09:14:16Z</dcterms:created>
  <dcterms:modified xsi:type="dcterms:W3CDTF">2026-03-21T06:08:53Z</dcterms:modified>
  <cp:category/>
</cp:coreProperties>
</file>